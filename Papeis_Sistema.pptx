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image" Target="../media/image-1-1.png"/><Relationship Id="rId6" Type="http://schemas.openxmlformats.org/officeDocument/2006/relationships/image" Target="../media/image-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0956"/>
            <a:ext cx="12188952" cy="36576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pPr indent="0" marL="0">
              <a:buNone/>
            </a:pPr>
            <a:r>
              <a:rPr lang="en-US" sz="2000" b="1" baseline="3000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 responsabilidades por sistema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 técnico e de negócio de cada sistema do fluxo de faturamento.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566160" cy="4617720"/>
          </a:xfrm>
          <a:prstGeom prst="rect">
            <a:avLst/>
          </a:prstGeom>
          <a:solidFill>
            <a:srgbClr val="F5F7FC"/>
          </a:solidFill>
          <a:ln w="12700">
            <a:solidFill>
              <a:srgbClr val="DCE2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3566160" cy="566928"/>
          </a:xfrm>
          <a:prstGeom prst="rect">
            <a:avLst/>
          </a:prstGeom>
          <a:solidFill>
            <a:srgbClr val="0014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32504" y="1691640"/>
            <a:ext cx="182880" cy="201168"/>
          </a:xfrm>
          <a:prstGeom prst="rightArrow">
            <a:avLst/>
          </a:prstGeom>
          <a:solidFill>
            <a:srgbClr val="0014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34440" y="228600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B2A8F"/>
          </a:solidFill>
          <a:ln/>
        </p:spPr>
      </p:sp>
      <p:pic>
        <p:nvPicPr>
          <p:cNvPr id="13" name="Image 0" descr="/home/claude/icons/tecn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2377440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45920" y="2286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60120" y="2889504"/>
            <a:ext cx="91440" cy="91440"/>
          </a:xfrm>
          <a:prstGeom prst="ellipse">
            <a:avLst/>
          </a:prstGeom>
          <a:solidFill>
            <a:srgbClr val="1B2A8F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Marija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e sustentação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4023360"/>
            <a:ext cx="2834640" cy="0"/>
          </a:xfrm>
          <a:prstGeom prst="line">
            <a:avLst/>
          </a:prstGeom>
          <a:noFill/>
          <a:ln w="12700">
            <a:solidFill>
              <a:srgbClr val="DCE2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34440" y="42062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497B0"/>
          </a:solidFill>
          <a:ln/>
        </p:spPr>
      </p:sp>
      <p:pic>
        <p:nvPicPr>
          <p:cNvPr id="20" name="Image 1" descr="/home/claude/icons/negoc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429768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645920" y="4206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60120" y="4809744"/>
            <a:ext cx="91440" cy="91440"/>
          </a:xfrm>
          <a:prstGeom prst="ellipse">
            <a:avLst/>
          </a:prstGeom>
          <a:solidFill>
            <a:srgbClr val="1497B0"/>
          </a:solidFill>
          <a:ln/>
        </p:spPr>
      </p:sp>
      <p:sp>
        <p:nvSpPr>
          <p:cNvPr id="23" name="Text 19"/>
          <p:cNvSpPr/>
          <p:nvPr/>
        </p:nvSpPr>
        <p:spPr>
          <a:xfrm>
            <a:off x="1143000" y="4709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Gabriela Cotrim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960120" y="5102352"/>
            <a:ext cx="91440" cy="91440"/>
          </a:xfrm>
          <a:prstGeom prst="ellipse">
            <a:avLst/>
          </a:prstGeom>
          <a:solidFill>
            <a:srgbClr val="1497B0"/>
          </a:solidFill>
          <a:ln/>
        </p:spPr>
      </p:sp>
      <p:sp>
        <p:nvSpPr>
          <p:cNvPr id="25" name="Text 21"/>
          <p:cNvSpPr/>
          <p:nvPr/>
        </p:nvSpPr>
        <p:spPr>
          <a:xfrm>
            <a:off x="1143000" y="5001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Flavia Kuwabara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777240" y="5367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e sucesso do cliente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315968" y="1508760"/>
            <a:ext cx="3566160" cy="4617720"/>
          </a:xfrm>
          <a:prstGeom prst="rect">
            <a:avLst/>
          </a:prstGeom>
          <a:solidFill>
            <a:srgbClr val="F5F7FC"/>
          </a:solidFill>
          <a:ln w="12700">
            <a:solidFill>
              <a:srgbClr val="DCE2E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315968" y="1508760"/>
            <a:ext cx="3566160" cy="566928"/>
          </a:xfrm>
          <a:prstGeom prst="rect">
            <a:avLst/>
          </a:prstGeom>
          <a:solidFill>
            <a:srgbClr val="00145F"/>
          </a:solidFill>
          <a:ln/>
        </p:spPr>
      </p:sp>
      <p:sp>
        <p:nvSpPr>
          <p:cNvPr id="29" name="Text 25"/>
          <p:cNvSpPr/>
          <p:nvPr/>
        </p:nvSpPr>
        <p:spPr>
          <a:xfrm>
            <a:off x="4315968" y="15087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Metranet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7891272" y="1691640"/>
            <a:ext cx="182880" cy="201168"/>
          </a:xfrm>
          <a:prstGeom prst="rightArrow">
            <a:avLst/>
          </a:prstGeom>
          <a:solidFill>
            <a:srgbClr val="00145F"/>
          </a:solidFill>
          <a:ln/>
        </p:spPr>
      </p:sp>
      <p:sp>
        <p:nvSpPr>
          <p:cNvPr id="31" name="Shape 27"/>
          <p:cNvSpPr/>
          <p:nvPr/>
        </p:nvSpPr>
        <p:spPr>
          <a:xfrm>
            <a:off x="5093208" y="228600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B2A8F"/>
          </a:solidFill>
          <a:ln/>
        </p:spPr>
      </p:sp>
      <p:pic>
        <p:nvPicPr>
          <p:cNvPr id="32" name="Image 2" descr="/home/claude/icons/tecni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377440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504688" y="2286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4818888" y="2889504"/>
            <a:ext cx="91440" cy="91440"/>
          </a:xfrm>
          <a:prstGeom prst="ellipse">
            <a:avLst/>
          </a:prstGeom>
          <a:solidFill>
            <a:srgbClr val="1B2A8F"/>
          </a:solidFill>
          <a:ln/>
        </p:spPr>
      </p:sp>
      <p:sp>
        <p:nvSpPr>
          <p:cNvPr id="35" name="Text 30"/>
          <p:cNvSpPr/>
          <p:nvPr/>
        </p:nvSpPr>
        <p:spPr>
          <a:xfrm>
            <a:off x="5001768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Vitor Lima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818888" y="3182112"/>
            <a:ext cx="91440" cy="91440"/>
          </a:xfrm>
          <a:prstGeom prst="ellipse">
            <a:avLst/>
          </a:prstGeom>
          <a:solidFill>
            <a:srgbClr val="1B2A8F"/>
          </a:solidFill>
          <a:ln/>
        </p:spPr>
      </p:sp>
      <p:sp>
        <p:nvSpPr>
          <p:cNvPr id="37" name="Text 32"/>
          <p:cNvSpPr/>
          <p:nvPr/>
        </p:nvSpPr>
        <p:spPr>
          <a:xfrm>
            <a:off x="5001768" y="3081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 Toshio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4636008" y="3447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e sustentação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4681728" y="4023360"/>
            <a:ext cx="2834640" cy="0"/>
          </a:xfrm>
          <a:prstGeom prst="line">
            <a:avLst/>
          </a:prstGeom>
          <a:noFill/>
          <a:ln w="12700">
            <a:solidFill>
              <a:srgbClr val="DCE2EE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5093208" y="42062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497B0"/>
          </a:solidFill>
          <a:ln/>
        </p:spPr>
      </p:sp>
      <p:pic>
        <p:nvPicPr>
          <p:cNvPr id="41" name="Image 3" descr="/home/claude/icons/negoc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4297680"/>
            <a:ext cx="201168" cy="20116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504688" y="4206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4818888" y="4809744"/>
            <a:ext cx="91440" cy="91440"/>
          </a:xfrm>
          <a:prstGeom prst="ellipse">
            <a:avLst/>
          </a:prstGeom>
          <a:solidFill>
            <a:srgbClr val="1497B0"/>
          </a:solidFill>
          <a:ln/>
        </p:spPr>
      </p:sp>
      <p:sp>
        <p:nvSpPr>
          <p:cNvPr id="44" name="Text 38"/>
          <p:cNvSpPr/>
          <p:nvPr/>
        </p:nvSpPr>
        <p:spPr>
          <a:xfrm>
            <a:off x="5001768" y="4709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Igor Berbet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4636008" y="5074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e bilhetagem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8174736" y="1508760"/>
            <a:ext cx="3566160" cy="4617720"/>
          </a:xfrm>
          <a:prstGeom prst="rect">
            <a:avLst/>
          </a:prstGeom>
          <a:solidFill>
            <a:srgbClr val="F5F7FC"/>
          </a:solidFill>
          <a:ln w="12700">
            <a:solidFill>
              <a:srgbClr val="DCE2EE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8174736" y="1508760"/>
            <a:ext cx="3566160" cy="566928"/>
          </a:xfrm>
          <a:prstGeom prst="rect">
            <a:avLst/>
          </a:prstGeom>
          <a:solidFill>
            <a:srgbClr val="00145F"/>
          </a:solidFill>
          <a:ln/>
        </p:spPr>
      </p:sp>
      <p:sp>
        <p:nvSpPr>
          <p:cNvPr id="48" name="Text 42"/>
          <p:cNvSpPr/>
          <p:nvPr/>
        </p:nvSpPr>
        <p:spPr>
          <a:xfrm>
            <a:off x="8174736" y="15087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600" dirty="0"/>
          </a:p>
        </p:txBody>
      </p:sp>
      <p:sp>
        <p:nvSpPr>
          <p:cNvPr id="49" name="Shape 43"/>
          <p:cNvSpPr/>
          <p:nvPr/>
        </p:nvSpPr>
        <p:spPr>
          <a:xfrm>
            <a:off x="8951976" y="228600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B2A8F"/>
          </a:solidFill>
          <a:ln/>
        </p:spPr>
      </p:sp>
      <p:pic>
        <p:nvPicPr>
          <p:cNvPr id="50" name="Image 4" descr="/home/claude/icons/tecnic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568" y="2377440"/>
            <a:ext cx="201168" cy="201168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9363456" y="2286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100" dirty="0"/>
          </a:p>
        </p:txBody>
      </p:sp>
      <p:sp>
        <p:nvSpPr>
          <p:cNvPr id="52" name="Shape 45"/>
          <p:cNvSpPr/>
          <p:nvPr/>
        </p:nvSpPr>
        <p:spPr>
          <a:xfrm>
            <a:off x="8677656" y="2889504"/>
            <a:ext cx="91440" cy="91440"/>
          </a:xfrm>
          <a:prstGeom prst="ellipse">
            <a:avLst/>
          </a:prstGeom>
          <a:solidFill>
            <a:srgbClr val="1B2A8F"/>
          </a:solidFill>
          <a:ln/>
        </p:spPr>
      </p:sp>
      <p:sp>
        <p:nvSpPr>
          <p:cNvPr id="53" name="Text 46"/>
          <p:cNvSpPr/>
          <p:nvPr/>
        </p:nvSpPr>
        <p:spPr>
          <a:xfrm>
            <a:off x="8860536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Talarico</a:t>
            </a:r>
            <a:endParaRPr lang="en-US" sz="1200" dirty="0"/>
          </a:p>
        </p:txBody>
      </p:sp>
      <p:sp>
        <p:nvSpPr>
          <p:cNvPr id="54" name="Text 47"/>
          <p:cNvSpPr/>
          <p:nvPr/>
        </p:nvSpPr>
        <p:spPr>
          <a:xfrm>
            <a:off x="8494776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e sustentação</a:t>
            </a:r>
            <a:endParaRPr lang="en-US" sz="1100" dirty="0"/>
          </a:p>
        </p:txBody>
      </p:sp>
      <p:sp>
        <p:nvSpPr>
          <p:cNvPr id="55" name="Shape 48"/>
          <p:cNvSpPr/>
          <p:nvPr/>
        </p:nvSpPr>
        <p:spPr>
          <a:xfrm>
            <a:off x="8540496" y="4023360"/>
            <a:ext cx="2834640" cy="0"/>
          </a:xfrm>
          <a:prstGeom prst="line">
            <a:avLst/>
          </a:prstGeom>
          <a:noFill/>
          <a:ln w="12700">
            <a:solidFill>
              <a:srgbClr val="DCE2EE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8951976" y="42062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497B0"/>
          </a:solidFill>
          <a:ln/>
        </p:spPr>
      </p:sp>
      <p:pic>
        <p:nvPicPr>
          <p:cNvPr id="57" name="Image 5" descr="/home/claude/icons/negoci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6568" y="4297680"/>
            <a:ext cx="201168" cy="201168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9363456" y="42062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</a:t>
            </a:r>
            <a:endParaRPr lang="en-US" sz="1100" dirty="0"/>
          </a:p>
        </p:txBody>
      </p:sp>
      <p:sp>
        <p:nvSpPr>
          <p:cNvPr id="59" name="Shape 51"/>
          <p:cNvSpPr/>
          <p:nvPr/>
        </p:nvSpPr>
        <p:spPr>
          <a:xfrm>
            <a:off x="8677656" y="4809744"/>
            <a:ext cx="91440" cy="91440"/>
          </a:xfrm>
          <a:prstGeom prst="ellipse">
            <a:avLst/>
          </a:prstGeom>
          <a:solidFill>
            <a:srgbClr val="1497B0"/>
          </a:solidFill>
          <a:ln/>
        </p:spPr>
      </p:sp>
      <p:sp>
        <p:nvSpPr>
          <p:cNvPr id="60" name="Text 52"/>
          <p:cNvSpPr/>
          <p:nvPr/>
        </p:nvSpPr>
        <p:spPr>
          <a:xfrm>
            <a:off x="8860536" y="4709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 Cicarelli</a:t>
            </a:r>
            <a:endParaRPr lang="en-US" sz="1200" dirty="0"/>
          </a:p>
        </p:txBody>
      </p:sp>
      <p:sp>
        <p:nvSpPr>
          <p:cNvPr id="61" name="Text 53"/>
          <p:cNvSpPr/>
          <p:nvPr/>
        </p:nvSpPr>
        <p:spPr>
          <a:xfrm>
            <a:off x="8494776" y="5074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8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e cobrança</a:t>
            </a:r>
            <a:endParaRPr lang="en-US" sz="1100" dirty="0"/>
          </a:p>
        </p:txBody>
      </p:sp>
      <p:sp>
        <p:nvSpPr>
          <p:cNvPr id="62" name="Shape 54"/>
          <p:cNvSpPr/>
          <p:nvPr/>
        </p:nvSpPr>
        <p:spPr>
          <a:xfrm>
            <a:off x="4160520" y="6263640"/>
            <a:ext cx="256032" cy="182880"/>
          </a:xfrm>
          <a:prstGeom prst="roundRect">
            <a:avLst>
              <a:gd name="adj" fmla="val 20000"/>
            </a:avLst>
          </a:prstGeom>
          <a:solidFill>
            <a:srgbClr val="1B2A8F"/>
          </a:solidFill>
          <a:ln/>
        </p:spPr>
      </p:sp>
      <p:sp>
        <p:nvSpPr>
          <p:cNvPr id="63" name="Text 55"/>
          <p:cNvSpPr/>
          <p:nvPr/>
        </p:nvSpPr>
        <p:spPr>
          <a:xfrm>
            <a:off x="4480560" y="62087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000" dirty="0"/>
          </a:p>
        </p:txBody>
      </p:sp>
      <p:sp>
        <p:nvSpPr>
          <p:cNvPr id="64" name="Shape 56"/>
          <p:cNvSpPr/>
          <p:nvPr/>
        </p:nvSpPr>
        <p:spPr>
          <a:xfrm>
            <a:off x="5760720" y="6263640"/>
            <a:ext cx="256032" cy="182880"/>
          </a:xfrm>
          <a:prstGeom prst="roundRect">
            <a:avLst>
              <a:gd name="adj" fmla="val 20000"/>
            </a:avLst>
          </a:prstGeom>
          <a:solidFill>
            <a:srgbClr val="1497B0"/>
          </a:solidFill>
          <a:ln/>
        </p:spPr>
      </p:sp>
      <p:sp>
        <p:nvSpPr>
          <p:cNvPr id="65" name="Text 57"/>
          <p:cNvSpPr/>
          <p:nvPr/>
        </p:nvSpPr>
        <p:spPr>
          <a:xfrm>
            <a:off x="6080760" y="62087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2026-09-04T15:10:16Z</dcterms:created>
  <dcterms:modified xsi:type="dcterms:W3CDTF">2026-09-04T15:10:16Z</dcterms:modified>
</cp:coreProperties>
</file>