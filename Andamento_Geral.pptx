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Mapeamento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D7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1A7A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Realizado</c:v>
                </c:pt>
                <c:pt idx="1">
                  <c:v>Previsto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Conexão de
dados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D7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1A7A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Realizado</c:v>
                </c:pt>
                <c:pt idx="1">
                  <c:v>Previsto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Modelo &amp;
Reconciliação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D7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1A7A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Realizado</c:v>
                </c:pt>
                <c:pt idx="1">
                  <c:v>Previsto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Detalhamento
&amp; Dashboards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D7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1A7A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Realizado</c:v>
                </c:pt>
                <c:pt idx="1">
                  <c:v>Previsto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Validação · VPs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D7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1A7A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Realizado</c:v>
                </c:pt>
                <c:pt idx="1">
                  <c:v>Previsto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 geral do projeto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10543032" cy="457200"/>
          </a:xfrm>
          <a:prstGeom prst="rect">
            <a:avLst/>
          </a:prstGeom>
          <a:solidFill>
            <a:srgbClr val="0014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 GERAL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9464" y="2962656"/>
            <a:ext cx="457200" cy="201168"/>
          </a:xfrm>
          <a:prstGeom prst="rightArrow">
            <a:avLst/>
          </a:prstGeom>
          <a:solidFill>
            <a:srgbClr val="AFB7C8"/>
          </a:solidFill>
          <a:ln/>
        </p:spPr>
      </p:sp>
      <p:sp>
        <p:nvSpPr>
          <p:cNvPr id="10" name="Shape 8"/>
          <p:cNvSpPr/>
          <p:nvPr/>
        </p:nvSpPr>
        <p:spPr>
          <a:xfrm>
            <a:off x="4581144" y="2962656"/>
            <a:ext cx="457200" cy="201168"/>
          </a:xfrm>
          <a:prstGeom prst="rightArrow">
            <a:avLst/>
          </a:prstGeom>
          <a:solidFill>
            <a:srgbClr val="AFB7C8"/>
          </a:solidFill>
          <a:ln/>
        </p:spPr>
      </p:sp>
      <p:sp>
        <p:nvSpPr>
          <p:cNvPr id="11" name="Shape 9"/>
          <p:cNvSpPr/>
          <p:nvPr/>
        </p:nvSpPr>
        <p:spPr>
          <a:xfrm>
            <a:off x="6592824" y="2962656"/>
            <a:ext cx="457200" cy="201168"/>
          </a:xfrm>
          <a:prstGeom prst="rightArrow">
            <a:avLst/>
          </a:prstGeom>
          <a:solidFill>
            <a:srgbClr val="AFB7C8"/>
          </a:solidFill>
          <a:ln/>
        </p:spPr>
      </p:sp>
      <p:sp>
        <p:nvSpPr>
          <p:cNvPr id="12" name="Shape 10"/>
          <p:cNvSpPr/>
          <p:nvPr/>
        </p:nvSpPr>
        <p:spPr>
          <a:xfrm>
            <a:off x="8604504" y="2962656"/>
            <a:ext cx="457200" cy="201168"/>
          </a:xfrm>
          <a:prstGeom prst="rightArrow">
            <a:avLst/>
          </a:prstGeom>
          <a:solidFill>
            <a:srgbClr val="AFB7C8"/>
          </a:solidFill>
          <a:ln/>
        </p:spPr>
      </p:sp>
      <p:graphicFrame>
        <p:nvGraphicFramePr>
          <p:cNvPr id="13" name="Chart 0" descr=""/>
          <p:cNvGraphicFramePr/>
          <p:nvPr/>
        </p:nvGraphicFramePr>
        <p:xfrm>
          <a:off x="1051560" y="2331720"/>
          <a:ext cx="146304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82296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</a:t>
            </a:r>
            <a:endParaRPr lang="en-US" sz="12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3063240" y="2331720"/>
          <a:ext cx="146304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283464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00" dirty="0"/>
          </a:p>
        </p:txBody>
      </p:sp>
      <p:graphicFrame>
        <p:nvGraphicFramePr>
          <p:cNvPr id="17" name="Chart 2" descr=""/>
          <p:cNvGraphicFramePr/>
          <p:nvPr/>
        </p:nvGraphicFramePr>
        <p:xfrm>
          <a:off x="5074920" y="2331720"/>
          <a:ext cx="146304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/>
          <p:nvPr/>
        </p:nvSpPr>
        <p:spPr>
          <a:xfrm>
            <a:off x="484632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</a:t>
            </a:r>
            <a:endParaRPr lang="en-US" sz="1200" dirty="0"/>
          </a:p>
        </p:txBody>
      </p:sp>
      <p:graphicFrame>
        <p:nvGraphicFramePr>
          <p:cNvPr id="19" name="Chart 3" descr=""/>
          <p:cNvGraphicFramePr/>
          <p:nvPr/>
        </p:nvGraphicFramePr>
        <p:xfrm>
          <a:off x="7086600" y="2331720"/>
          <a:ext cx="146304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xt 14"/>
          <p:cNvSpPr/>
          <p:nvPr/>
        </p:nvSpPr>
        <p:spPr>
          <a:xfrm>
            <a:off x="685800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Dashboards</a:t>
            </a:r>
            <a:endParaRPr lang="en-US" sz="1200" dirty="0"/>
          </a:p>
        </p:txBody>
      </p:sp>
      <p:graphicFrame>
        <p:nvGraphicFramePr>
          <p:cNvPr id="21" name="Chart 4" descr=""/>
          <p:cNvGraphicFramePr/>
          <p:nvPr/>
        </p:nvGraphicFramePr>
        <p:xfrm>
          <a:off x="9098280" y="2331720"/>
          <a:ext cx="146304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886968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· VPs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480560" y="4892040"/>
            <a:ext cx="274320" cy="201168"/>
          </a:xfrm>
          <a:prstGeom prst="rect">
            <a:avLst/>
          </a:prstGeom>
          <a:solidFill>
            <a:srgbClr val="1F3D7A"/>
          </a:solidFill>
          <a:ln/>
        </p:spPr>
      </p:sp>
      <p:sp>
        <p:nvSpPr>
          <p:cNvPr id="24" name="Text 17"/>
          <p:cNvSpPr/>
          <p:nvPr/>
        </p:nvSpPr>
        <p:spPr>
          <a:xfrm>
            <a:off x="4828032" y="48371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309360" y="4892040"/>
            <a:ext cx="274320" cy="201168"/>
          </a:xfrm>
          <a:prstGeom prst="rect">
            <a:avLst/>
          </a:prstGeom>
          <a:solidFill>
            <a:srgbClr val="F1A7A0"/>
          </a:solidFill>
          <a:ln/>
        </p:spPr>
      </p:sp>
      <p:sp>
        <p:nvSpPr>
          <p:cNvPr id="26" name="Text 19"/>
          <p:cNvSpPr/>
          <p:nvPr/>
        </p:nvSpPr>
        <p:spPr>
          <a:xfrm>
            <a:off x="6656832" y="48371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anel é um gráfico editável: clique com o botão direito → Editar Dados para ajustar Realizado/Previsto de cada fase.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2026-08-24T20:08:49Z</dcterms:created>
  <dcterms:modified xsi:type="dcterms:W3CDTF">2026-08-24T20:08:49Z</dcterms:modified>
</cp:coreProperties>
</file>