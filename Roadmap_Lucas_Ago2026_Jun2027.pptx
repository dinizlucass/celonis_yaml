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812decf0da4b5e" /><Relationship Type="http://schemas.openxmlformats.org/officeDocument/2006/relationships/extended-properties" Target="/docProps/app.xml" Id="Rf02ed96a56f64828" /><Relationship Type="http://schemas.openxmlformats.org/officeDocument/2006/relationships/officeDocument" Target="/ppt/presentation.xml" Id="Re85a705e5df849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1e4ac91ef04fd4"/>
  </p:sldMasterIdLst>
  <p:notesMasterIdLst>
    <p:notesMasterId xmlns:r="http://schemas.openxmlformats.org/officeDocument/2006/relationships" r:id="R4bb438cae3004949"/>
  </p:notesMasterIdLst>
  <p:sldIdLst>
    <p:sldId xmlns:r="http://schemas.openxmlformats.org/officeDocument/2006/relationships" id="256" r:id="R4b052ad0937a4cf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272b04df0b46c4" /><Relationship Type="http://schemas.openxmlformats.org/officeDocument/2006/relationships/slideMaster" Target="/ppt/slideMasters/slideMaster1.xml" Id="R3d1e4ac91ef04fd4" /><Relationship Type="http://schemas.openxmlformats.org/officeDocument/2006/relationships/notesMaster" Target="/ppt/notesMasters/notesMaster1.xml" Id="R4bb438cae3004949" /><Relationship Type="http://schemas.openxmlformats.org/officeDocument/2006/relationships/presProps" Target="/ppt/presProps.xml" Id="Rb06c18d3a7564446" /><Relationship Type="http://schemas.openxmlformats.org/officeDocument/2006/relationships/tableStyles" Target="/ppt/tableStyles.xml" Id="Rf6e4512776a14c34" /><Relationship Type="http://schemas.openxmlformats.org/officeDocument/2006/relationships/slide" Target="/ppt/slides/slide1.xml" Id="R4b052ad0937a4c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314eae68e646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2b333a1b2f47bf" /><Relationship Type="http://schemas.openxmlformats.org/officeDocument/2006/relationships/notesMaster" Target="/ppt/notesMasters/notesMaster1.xml" Id="R3a10198a0f4947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Premissa adotada: o intervalo contraditório informado para Balcão foi interpretado como 01/12/2026 a 31/01/2027, preservando a sequência cronológica. Pessoas ocorre de 01/01/2027 a 30/06/2027, com sobreposição em janeiro.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d825c737546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c7500d16df43de" /><Relationship Type="http://schemas.openxmlformats.org/officeDocument/2006/relationships/slideLayout" Target="/ppt/slideLayouts/slideLayout1.xml" Id="R58dbff1df2b14f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dbff1df2b14f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5fbc42bf74cc5" /><Relationship Type="http://schemas.openxmlformats.org/officeDocument/2006/relationships/notesSlide" Target="/ppt/notesSlides/notesSlide1.xml" Id="R296157826b6a44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5F0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BBF0A60-EECD-483B-824B-336B285F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98E04-58DB-4EC9-9E17-496BFD89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[B]³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4C7E4-B6CE-4CE3-8DBE-03BEA15E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Roadmap Lucas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9F066-28AD-4D5B-9D38-99953FD6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67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D8E5F4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8E5F4"/>
                </a:solidFill>
                <a:latin typeface="Arial"/>
                <a:ea typeface="Arial"/>
                <a:cs typeface="Arial"/>
              </a:rPr>
              <a:t>Alocação por frente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11330-FCA9-4680-A28A-6D46839C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96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AFC2D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FC2DC"/>
                </a:solidFill>
                <a:latin typeface="Arial"/>
                <a:ea typeface="Arial"/>
                <a:cs typeface="Arial"/>
              </a:rPr>
              <a:t>Agosto de 2026 a junho de 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E8553-27B7-476E-9721-0EB7CE84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200150"/>
            <a:ext cx="538861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A226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A2268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1F1BD-8877-4001-B7A0-1F345833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362" y="1200150"/>
            <a:ext cx="637476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A226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A2268"/>
                </a:solidFill>
                <a:latin typeface="Arial"/>
                <a:ea typeface="Arial"/>
                <a:cs typeface="Arial"/>
              </a:rPr>
              <a:t>2027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62A1A-17F4-42C0-BE92-1B968613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43050"/>
            <a:ext cx="1176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42A34-CBF9-40DA-9AC8-E7EF9A58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223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0" rIns="1524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EADE1-8EEC-408C-8587-B7585C95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2238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68"/>
          </a:solidFill>
          <a:ln xmlns:a="http://schemas.openxmlformats.org/drawingml/2006/main" w="9525">
            <a:solidFill>
              <a:srgbClr val="0A22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219DD-FC05-4597-A37A-C280CED2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62125"/>
            <a:ext cx="1933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81878-E0D3-4080-B815-D125631A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62125"/>
            <a:ext cx="109181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68"/>
          </a:solidFill>
          <a:ln xmlns:a="http://schemas.openxmlformats.org/drawingml/2006/main" w="9525">
            <a:solidFill>
              <a:srgbClr val="8295A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94C6D-26BA-4F33-9C31-3F7C6AA9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62125"/>
            <a:ext cx="109181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90EC1-D1DF-4707-8757-703217AC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560" y="1762125"/>
            <a:ext cx="1056591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68"/>
          </a:solidFill>
          <a:ln xmlns:a="http://schemas.openxmlformats.org/drawingml/2006/main" w="9525">
            <a:solidFill>
              <a:srgbClr val="8295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9AC2E-0400-4290-ACA1-48CC3C92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560" y="1762125"/>
            <a:ext cx="1056591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02A1A-F182-425F-85D0-0EA73307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151" y="1762125"/>
            <a:ext cx="109181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68"/>
          </a:solidFill>
          <a:ln xmlns:a="http://schemas.openxmlformats.org/drawingml/2006/main" w="9525">
            <a:solidFill>
              <a:srgbClr val="8295A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55DA0-5B43-43AF-B992-CA3FC99E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151" y="1762125"/>
            <a:ext cx="109181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A32F5F-BF5C-4465-B97A-663B62DF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961" y="1762125"/>
            <a:ext cx="1056591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68"/>
          </a:solidFill>
          <a:ln xmlns:a="http://schemas.openxmlformats.org/drawingml/2006/main" w="9525">
            <a:solidFill>
              <a:srgbClr val="8295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78DEC-DE07-4D1A-9CE9-B3BF669F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961" y="1762125"/>
            <a:ext cx="1056591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EC5C1-9844-45A9-B522-5C4E0F61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552" y="1762125"/>
            <a:ext cx="109181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68"/>
          </a:solidFill>
          <a:ln xmlns:a="http://schemas.openxmlformats.org/drawingml/2006/main" w="9525">
            <a:solidFill>
              <a:srgbClr val="8295A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3C53DC-724B-4709-AF94-CC2E0E8E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552" y="1762125"/>
            <a:ext cx="109181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10848-3720-48A6-9042-375769DC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362" y="1762125"/>
            <a:ext cx="109181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68"/>
          </a:solidFill>
          <a:ln xmlns:a="http://schemas.openxmlformats.org/drawingml/2006/main" w="9525">
            <a:solidFill>
              <a:srgbClr val="8295A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AFC11-1CBF-48D1-A8AC-F2B3465F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362" y="1762125"/>
            <a:ext cx="109181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99BE1-FAF0-488E-99A2-3DA893EC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172" y="1762125"/>
            <a:ext cx="986151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68"/>
          </a:solidFill>
          <a:ln xmlns:a="http://schemas.openxmlformats.org/drawingml/2006/main" w="9525">
            <a:solidFill>
              <a:srgbClr val="8295A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561340-53FC-4096-92E6-A7568FD6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172" y="1762125"/>
            <a:ext cx="986151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EC16FB-3EF1-45C8-95D2-4BE98069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323" y="1762125"/>
            <a:ext cx="109181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68"/>
          </a:solidFill>
          <a:ln xmlns:a="http://schemas.openxmlformats.org/drawingml/2006/main" w="9525">
            <a:solidFill>
              <a:srgbClr val="8295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F07410-2D0F-4B5E-B2C2-BF54C7BE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323" y="1762125"/>
            <a:ext cx="109181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A51230-B077-4EE7-872F-565E641F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1134" y="1762125"/>
            <a:ext cx="1056591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68"/>
          </a:solidFill>
          <a:ln xmlns:a="http://schemas.openxmlformats.org/drawingml/2006/main" w="9525">
            <a:solidFill>
              <a:srgbClr val="8295A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5004ED-4359-49E9-8CC7-1C39AF93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1134" y="1762125"/>
            <a:ext cx="1056591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ABR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CCD4D3-5093-40BA-B5D6-557070BA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7724" y="1762125"/>
            <a:ext cx="109181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68"/>
          </a:solidFill>
          <a:ln xmlns:a="http://schemas.openxmlformats.org/drawingml/2006/main" w="9525">
            <a:solidFill>
              <a:srgbClr val="8295A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6336FA-3AD7-4C90-87FD-E9D8E4F3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7724" y="1762125"/>
            <a:ext cx="109181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D5BC05-F3EA-48B9-BB9A-3F65DC7B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9534" y="1762125"/>
            <a:ext cx="1056591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68"/>
          </a:solidFill>
          <a:ln xmlns:a="http://schemas.openxmlformats.org/drawingml/2006/main" w="9525">
            <a:solidFill>
              <a:srgbClr val="8295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978E25-3E5F-4781-8F8E-715C38A2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9534" y="1762125"/>
            <a:ext cx="1056591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JUN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47817A-511D-435E-A039-8143775E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66975"/>
            <a:ext cx="2238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50C287-2FBF-4D89-8439-0F0B602E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66975"/>
            <a:ext cx="18954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226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2268"/>
                </a:solidFill>
                <a:latin typeface="Arial"/>
                <a:ea typeface="Arial"/>
                <a:cs typeface="Arial"/>
              </a:rPr>
              <a:t>TRILLIA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B771F8-3535-4C49-8470-62B6F9D6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66975"/>
            <a:ext cx="11763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278ED9-2CDC-470C-A20C-186A0E32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560" y="24669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287F1B-0A8D-45CD-ACF8-6C2D5F2B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151" y="24669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C23D55-C62A-4BB0-8368-7EB5E7ED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961" y="24669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62239D-846D-4B3A-9D5A-5DDDEA98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552" y="24669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5D8F3E-DF12-456D-BF58-BDF7DD91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362" y="24669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784F99-FCE6-4447-8BD6-E37E4363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172" y="24669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9E03A0-9A37-4D46-B636-33D772E0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323" y="24669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2E0B2D-0902-455E-9E6B-9ECA05C7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1134" y="24669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3EB9C6-7031-408D-8F9E-1846D0F1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7724" y="24669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A52FC1-389B-4D4B-AED7-1E70D269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9534" y="24669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09AC09-A20B-4F9D-AD33-B2F5D344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265" y="2762250"/>
            <a:ext cx="2676696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B286F"/>
          </a:solidFill>
          <a:ln xmlns:a="http://schemas.openxmlformats.org/drawingml/2006/main" w="0">
            <a:solidFill>
              <a:srgbClr val="0B286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C56628-E979-4C6D-9277-A6D94F86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465" y="2762250"/>
            <a:ext cx="2524296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 AGO – 31 OUT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721D6E-5C1D-4272-A0E5-BF638845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90925"/>
            <a:ext cx="2238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8C7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C18392-027E-4698-AF94-AE11C57D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90925"/>
            <a:ext cx="18954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226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2268"/>
                </a:solidFill>
                <a:latin typeface="Arial"/>
                <a:ea typeface="Arial"/>
                <a:cs typeface="Arial"/>
              </a:rPr>
              <a:t>PIB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BFCA57-A9EC-4257-A996-A8173179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90925"/>
            <a:ext cx="11763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8C7D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37DBD9-655F-40BC-9D3B-C67967CF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560" y="35909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4C4947-75A7-4665-9A15-D2231DCF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151" y="35909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5D3A6F-CBAA-4B2C-89B7-117D135F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961" y="35909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2CF6E1-8F8D-40F5-B9FA-B62683E2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552" y="35909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2FD25A-FE3D-4871-A7A7-A41BBB43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362" y="35909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704889-949C-4C32-BE7E-D4B56AD8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172" y="35909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69F5DD-7062-4038-86AD-010EC6AA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323" y="35909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F44C547-3BF0-4F55-8F21-B81157A3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1134" y="35909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4C06C40-2984-4660-9D39-2BE7CD10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7724" y="35909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11902BE-BCBA-4E45-8462-3DFCBB31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9534" y="35909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D45A1F0-05B2-409F-879D-9ACE0D9F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416" y="3886200"/>
            <a:ext cx="274713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21EAA2-7D7B-4203-88CF-49CF30CD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616" y="3886200"/>
            <a:ext cx="259473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 SET – 30 NOV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8872A64-43A2-4059-AC4F-AD8ED485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14875"/>
            <a:ext cx="2238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4D246D-17D7-4D75-9A29-E99A1DE0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14875"/>
            <a:ext cx="18954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226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2268"/>
                </a:solidFill>
                <a:latin typeface="Arial"/>
                <a:ea typeface="Arial"/>
                <a:cs typeface="Arial"/>
              </a:rPr>
              <a:t>BALCÃO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C625C46-7015-43CB-B2A0-B26B2E82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14875"/>
            <a:ext cx="11763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810E3C8-5ACA-443E-A1CF-F1ADD11D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560" y="47148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3F17292-78F4-410D-A048-6EBC0AFB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151" y="47148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2F7276F-E9ED-4ECB-AD45-66CCB2E9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961" y="47148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52C83A8-52E7-49F4-A7FF-612A2393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552" y="47148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B034793-F151-4B48-AC57-8A1F7DA9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362" y="47148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C07032D-2987-431D-B8E8-7919E925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172" y="47148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A50214F-E41C-4D11-8935-5DC54160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323" y="47148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1C8DAF7-9F79-43AD-A2F1-858F1296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1134" y="47148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2F69E73-F4DD-4A4C-8557-0E5AE66B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7724" y="47148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5BAE483-9D81-48A9-8F1A-20E7C480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9534" y="471487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1A50595-8136-4F12-A2F4-AFCD1725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552" y="5010150"/>
            <a:ext cx="2183621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8B49"/>
          </a:solidFill>
          <a:ln xmlns:a="http://schemas.openxmlformats.org/drawingml/2006/main" w="0">
            <a:solidFill>
              <a:srgbClr val="F28B49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24378ED-C02F-4476-99D4-CD8060CE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5752" y="5010150"/>
            <a:ext cx="2031221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 DEZ – 31 JAN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90A12CC-9451-4F98-9BE8-F34192D1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38825"/>
            <a:ext cx="2238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8C7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1C82610-8443-4E87-A394-B03E3628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38825"/>
            <a:ext cx="18954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226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2268"/>
                </a:solidFill>
                <a:latin typeface="Arial"/>
                <a:ea typeface="Arial"/>
                <a:cs typeface="Arial"/>
              </a:rPr>
              <a:t>PESSOAS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11F5E40-36EB-4DE0-A707-DB7FDA47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38825"/>
            <a:ext cx="11763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8C7D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33C2BA-EFB7-4B5F-B53B-B2320243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560" y="58388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B67C479-47E0-4410-9E51-0FB03CEE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151" y="58388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F37B269-1A93-433D-9782-D2876902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961" y="58388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4AF639D-CAB3-4337-BBF1-E1B6783A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552" y="58388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32C9DEB-31C7-42F2-9240-4EB90322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362" y="58388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3BB2E37-E4F5-42A6-BEEA-7B3B7BF5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172" y="58388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1CF6C10-80D2-48DE-B895-C1015E2C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323" y="58388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A76B336-B046-4563-BD90-5BC5434D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1134" y="58388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BEACD5C-BE53-4B05-97EF-0733F4B2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7724" y="58388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4899140-EACF-4FE6-9770-F571C1D5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9534" y="5838825"/>
            <a:ext cx="9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3DD48A5-2920-44FC-A2D8-EB74B363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362" y="6134100"/>
            <a:ext cx="6374763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6F3B91"/>
          </a:solidFill>
          <a:ln xmlns:a="http://schemas.openxmlformats.org/drawingml/2006/main" w="0">
            <a:solidFill>
              <a:srgbClr val="6F3B9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59878B2-0998-42E5-B603-4BDBB857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562" y="6134100"/>
            <a:ext cx="622236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 JAN – 30 JUN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36A1469-5FB9-4C3C-8071-751F632F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91375"/>
            <a:ext cx="2857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B286F"/>
          </a:solidFill>
          <a:ln xmlns:a="http://schemas.openxmlformats.org/drawingml/2006/main" w="0">
            <a:solidFill>
              <a:srgbClr val="0B286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5597715-2CCD-406A-A803-3700118E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24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Trillia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79FA222-7C96-4539-A9E3-EEA15C48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7191375"/>
            <a:ext cx="2857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D35105E-E5E7-45FF-99D4-BC632C1F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124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PIB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C0BA66D-C45A-4DBB-B093-DA4E0582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191375"/>
            <a:ext cx="2857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8B49"/>
          </a:solidFill>
          <a:ln xmlns:a="http://schemas.openxmlformats.org/drawingml/2006/main" w="0">
            <a:solidFill>
              <a:srgbClr val="F28B49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56F874C-D791-43F5-B713-1335EAD0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124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Balcão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F4CE92C-0575-4F00-9DC6-340ADE07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191375"/>
            <a:ext cx="2857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6F3B91"/>
          </a:solidFill>
          <a:ln xmlns:a="http://schemas.openxmlformats.org/drawingml/2006/main" w="0">
            <a:solidFill>
              <a:srgbClr val="6F3B9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5058AC8-1BC6-427F-A641-1E1A96CB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124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Pessoas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CC997D1-579C-44B0-9EAC-F5DDF320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06755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1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66758A"/>
                </a:solidFill>
                <a:latin typeface="Arial"/>
                <a:ea typeface="Arial"/>
                <a:cs typeface="Arial"/>
              </a:rPr>
              <a:t>Balcão considerado de dezembro/2026 a janeiro/2027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5846ADA-FC85-4490-8792-23754667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58125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Roadmap macro de alocação. Datas sujeitas a ajuste conforme prioridades.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26514BD-CB1B-431C-8964-13023E16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14387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B6F7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B6F75"/>
                </a:solidFill>
                <a:latin typeface="Arial"/>
                <a:ea typeface="Arial"/>
                <a:cs typeface="Arial"/>
              </a:rPr>
              <a:t>INFORMAÇÃO INTERNA - INTERNAL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1949946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2026-09-18T18:32:08.2680000Z</dcterms:created>
  <dcterms:modified xsi:type="dcterms:W3CDTF">2026-09-18T18:32:08.2680000Z</dcterms:modified>
</coreProperties>
</file>