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98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732520" y="219456"/>
            <a:ext cx="3017520" cy="438912"/>
          </a:xfrm>
          <a:prstGeom prst="rect">
            <a:avLst/>
          </a:prstGeom>
          <a:solidFill>
            <a:srgbClr val="FBE3B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2194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Marco: </a:t>
            </a:r>
            <a:r>
              <a:rPr lang="en-US" sz="11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outubro · VPs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11274552" cy="530352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 começa por </a:t>
            </a: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Up2Data e Datawise Plus</a:t>
            </a: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Nada iniciado — </a:t>
            </a:r>
            <a:r>
              <a:rPr lang="en-US" sz="1250" b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proposta, a validar.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3867912"/>
        </p:xfrm>
        <a:graphic>
          <a:graphicData uri="http://schemas.openxmlformats.org/drawingml/2006/table">
            <a:tbl>
              <a:tblPr/>
              <a:tblGrid>
                <a:gridCol w="2496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Setembro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14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Outubro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A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5/out · VPs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Novembro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Dezembro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</a:t>
                      </a: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Up2Data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as-is + To-Be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OCPM + Reconciliação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Detalhamento +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/ expansão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</a:t>
                      </a: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Datawise Plus (DW Plus)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Mapear as-is + To-Be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OCPM + Reconciliação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Detalhamento + dashboards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7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/ expansão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Data - Histórico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 PIP – via Seeker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Surveillance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A8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priorização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989320"/>
            <a:ext cx="256032" cy="219456"/>
          </a:xfrm>
          <a:prstGeom prst="rect">
            <a:avLst/>
          </a:prstGeom>
          <a:solidFill>
            <a:srgbClr val="DCE4F7"/>
          </a:solidFill>
          <a:ln w="12700">
            <a:solidFill>
              <a:srgbClr val="1B2A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0" y="5989320"/>
            <a:ext cx="256032" cy="219456"/>
          </a:xfrm>
          <a:prstGeom prst="rect">
            <a:avLst/>
          </a:prstGeom>
          <a:solidFill>
            <a:srgbClr val="DBEEE2"/>
          </a:solidFill>
          <a:ln w="12700">
            <a:solidFill>
              <a:srgbClr val="1E7A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80360" y="5961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Celonis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59618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1ª visão aos VPs (5 out).  Proposta — datas e responsáveis a validar na abertura da Onda 1.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Diniz</cp:lastModifiedBy>
  <cp:revision>1</cp:revision>
  <dcterms:created xsi:type="dcterms:W3CDTF">2026-08-18T02:07:13Z</dcterms:created>
  <dcterms:modified xsi:type="dcterms:W3CDTF">2026-08-18T02:13:49Z</dcterms:modified>
</cp:coreProperties>
</file>