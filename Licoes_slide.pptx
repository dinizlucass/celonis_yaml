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7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 e acordos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alavanca em Listados foram as pessoas — não a tecnologia.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8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cozinha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7512" y="3685032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processo como ele é, de ponta a ponta.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43400" y="2423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8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434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370832" y="3685032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avanço depende da participação ativa das áreas.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0" y="2423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8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467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74152" y="3685032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com um dono claro de decisão e execução.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91672" cy="1143000"/>
          </a:xfrm>
          <a:prstGeom prst="rect">
            <a:avLst/>
          </a:prstGeom>
          <a:solidFill>
            <a:srgbClr val="EBEFF6"/>
          </a:solidFill>
          <a:ln w="12700">
            <a:solidFill>
              <a:srgbClr val="CF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111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Acordos deste kickoff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" y="5532120"/>
            <a:ext cx="334365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532120"/>
            <a:ext cx="3343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dono por área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22648" y="5532120"/>
            <a:ext cx="334365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2648" y="5532120"/>
            <a:ext cx="3343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sessões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0624" y="5532120"/>
            <a:ext cx="334365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0624" y="5532120"/>
            <a:ext cx="3343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de dados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Diniz</cp:lastModifiedBy>
  <cp:revision>1</cp:revision>
  <dcterms:created xsi:type="dcterms:W3CDTF">2026-08-18T01:23:39Z</dcterms:created>
  <dcterms:modified xsi:type="dcterms:W3CDTF">2026-08-18T01:26:15Z</dcterms:modified>
</cp:coreProperties>
</file>