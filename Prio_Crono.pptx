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6676"/>
            <a:ext cx="12188952" cy="36576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pPr indent="0" marL="0">
              <a:buNone/>
            </a:pPr>
            <a:r>
              <a:rPr lang="en-US" sz="2000" b="1" baseline="3000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dos produtos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74552" cy="566928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5156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frente começa por </a:t>
            </a:r>
            <a:pPr indent="0" marL="0">
              <a:buNone/>
            </a:pPr>
            <a:r>
              <a:rPr lang="en-US" sz="125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Up2Data</a:t>
            </a:r>
            <a:pPr indent="0" marL="0"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buNone/>
            </a:pPr>
            <a:r>
              <a:rPr lang="en-US" sz="125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Datawise Plus (DW Plus)</a:t>
            </a:r>
            <a:pPr indent="0" marL="0"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mapeamento concluído e maior impacto. Os demais entram em sequência.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— ONDA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157984"/>
            <a:ext cx="18288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86000"/>
            <a:ext cx="5440680" cy="1280160"/>
          </a:xfrm>
          <a:prstGeom prst="rect">
            <a:avLst/>
          </a:prstGeom>
          <a:solidFill>
            <a:srgbClr val="F1F5FE"/>
          </a:solidFill>
          <a:ln w="15875">
            <a:solidFill>
              <a:srgbClr val="1D1D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286000"/>
            <a:ext cx="109728" cy="1280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395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08760" y="23957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Up2Data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68680" y="30358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e To-Be finalizados; pronto para as entregas Celonis.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286000"/>
            <a:ext cx="5440680" cy="1280160"/>
          </a:xfrm>
          <a:prstGeom prst="rect">
            <a:avLst/>
          </a:prstGeom>
          <a:solidFill>
            <a:srgbClr val="F1F5FE"/>
          </a:solidFill>
          <a:ln w="15875">
            <a:solidFill>
              <a:srgbClr val="1D1D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286000"/>
            <a:ext cx="109728" cy="1280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395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23760" y="23957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Datawise Plus (DW Plus)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583680" y="30358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e To-Be finalizados; entra junto na Onda 1.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 PRODUTOS — aguardando priorização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215384"/>
            <a:ext cx="1828800" cy="0"/>
          </a:xfrm>
          <a:prstGeom prst="line">
            <a:avLst/>
          </a:prstGeom>
          <a:noFill/>
          <a:ln w="25400">
            <a:solidFill>
              <a:srgbClr val="C7CE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389120"/>
            <a:ext cx="3566160" cy="777240"/>
          </a:xfrm>
          <a:prstGeom prst="rect">
            <a:avLst/>
          </a:prstGeom>
          <a:solidFill>
            <a:srgbClr val="EBEFF6"/>
          </a:solidFill>
          <a:ln w="12700">
            <a:solidFill>
              <a:srgbClr val="D3D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498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- Histórico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828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priorização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15968" y="4389120"/>
            <a:ext cx="3566160" cy="777240"/>
          </a:xfrm>
          <a:prstGeom prst="rect">
            <a:avLst/>
          </a:prstGeom>
          <a:solidFill>
            <a:srgbClr val="EBEFF6"/>
          </a:solidFill>
          <a:ln w="12700">
            <a:solidFill>
              <a:srgbClr val="D3DA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8848" y="4498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Reports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98848" y="4828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priorização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83296" y="4389120"/>
            <a:ext cx="3566160" cy="777240"/>
          </a:xfrm>
          <a:prstGeom prst="rect">
            <a:avLst/>
          </a:prstGeom>
          <a:solidFill>
            <a:srgbClr val="EBEFF6"/>
          </a:solidFill>
          <a:ln w="12700">
            <a:solidFill>
              <a:srgbClr val="D3DA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66176" y="4498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Target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66176" y="4828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priorização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303520"/>
            <a:ext cx="3566160" cy="777240"/>
          </a:xfrm>
          <a:prstGeom prst="rect">
            <a:avLst/>
          </a:prstGeom>
          <a:solidFill>
            <a:srgbClr val="EBEFF6"/>
          </a:solidFill>
          <a:ln w="12700">
            <a:solidFill>
              <a:srgbClr val="D3DA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413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PIP – via Seeker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priorização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15968" y="5303520"/>
            <a:ext cx="3566160" cy="777240"/>
          </a:xfrm>
          <a:prstGeom prst="rect">
            <a:avLst/>
          </a:prstGeom>
          <a:solidFill>
            <a:srgbClr val="EBEFF6"/>
          </a:solidFill>
          <a:ln w="12700">
            <a:solidFill>
              <a:srgbClr val="D3DA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98848" y="5413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Surveillance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98848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priorização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83296" y="5303520"/>
            <a:ext cx="3566160" cy="777240"/>
          </a:xfrm>
          <a:prstGeom prst="rect">
            <a:avLst/>
          </a:prstGeom>
          <a:solidFill>
            <a:srgbClr val="EBEFF6"/>
          </a:solidFill>
          <a:ln w="12700">
            <a:solidFill>
              <a:srgbClr val="D3DA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66176" y="5413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66176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priorização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6676"/>
            <a:ext cx="12188952" cy="36576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pPr indent="0" marL="0">
              <a:buNone/>
            </a:pPr>
            <a:r>
              <a:rPr lang="en-US" sz="2000" b="1" baseline="3000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| Próximas entregas até 5 de outubro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74552" cy="566928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5156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priorizadas para </a:t>
            </a:r>
            <a:pPr indent="0" marL="0">
              <a:buNone/>
            </a:pPr>
            <a:r>
              <a:rPr lang="en-US" sz="125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Up2Data</a:t>
            </a:r>
            <a:pPr indent="0" marL="0"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buNone/>
            </a:pPr>
            <a:r>
              <a:rPr lang="en-US" sz="125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Datawise Plus</a:t>
            </a:r>
            <a:pPr indent="0" marL="0"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 marco na agenda dos VPs em </a:t>
            </a:r>
            <a:pPr indent="0" marL="0">
              <a:buNone/>
            </a:pPr>
            <a:r>
              <a:rPr lang="en-US" sz="1250" b="1" dirty="0">
                <a:solidFill>
                  <a:srgbClr val="B5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outubro</a:t>
            </a:r>
            <a:pPr indent="0" marL="0"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74520"/>
          <a:ext cx="116403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17320"/>
                <a:gridCol w="1234440"/>
                <a:gridCol w="1783080"/>
                <a:gridCol w="2331720"/>
                <a:gridCol w="2496312"/>
              </a:tblGrid>
              <a:tr h="347472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8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B57"/>
                    </a:solidFill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ENTREGAS CELONIS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B57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50292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Mapeamento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To-Be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OCPM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Reconciliação Metra × SAP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Detalhamento + Dashboards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Up2Data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19/set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Datawise Plus (DW Plus)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19/set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Data - Histórico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7A84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priorização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 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7A84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priorização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7A84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priorização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 PIP – via Seeker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7A84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priorização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Surveillance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7A84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priorização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9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7A84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priorização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Marco — Apresentação aos VPs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5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14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de outubro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de setembro são metas propostas, a confirmar com o grupo de trabalho.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2026-08-18T01:52:50Z</dcterms:created>
  <dcterms:modified xsi:type="dcterms:W3CDTF">2026-08-18T01:52:50Z</dcterms:modified>
</cp:coreProperties>
</file>